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TECHTATORS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Movie Collaboration
Network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</a:rPr>
              <a:t>Which director–actor networks drive the greatest commercial success?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BD &amp; BI Capstone  ·  Mid-Term Presentation  ·  SRH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What We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361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Dataset · Schema · Node &amp; Relationship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280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8090"/>
                </a:solidFill>
              </a:rPr>
              <a:t>2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02920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3 Cypher Queries tied to business sub-questions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8090"/>
                </a:solidFill>
              </a:rPr>
              <a:t>2.5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502920" cy="685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Business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478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Decision-maker · Context · Decision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3291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8090"/>
                </a:solidFill>
              </a:rPr>
              <a:t>1.5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502920" cy="685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Product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537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Unstructured text · Streamlit widget · User 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4297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8090"/>
                </a:solidFill>
              </a:rPr>
              <a:t>2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502920" cy="6858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12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</a:rPr>
              <a:t>Gap Analysis &amp; Next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5955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What is missing · Plan · 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5303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8090"/>
                </a:solidFill>
              </a:rPr>
              <a:t>2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What We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8090"/>
                </a:solidFill>
              </a:rPr>
              <a:t>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Raw 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344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8090"/>
                </a:solidFill>
              </a:rPr>
              <a:t>3,146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Clean movies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8090"/>
                </a:solidFill>
              </a:rPr>
              <a:t>1990–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2024 coverage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2344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8090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Null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530352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Properties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37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Movie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337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3,114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title, revenue, roi, overview ✦, tagline 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03320"/>
            <a:ext cx="5303520" cy="384048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4903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Director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74903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1,400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160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Actor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160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1,243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526280"/>
            <a:ext cx="5303520" cy="384048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572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Genre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572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991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name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834640"/>
            <a:ext cx="54864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Relationship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291840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DIRECTED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3,146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703320"/>
            <a:ext cx="5486400" cy="384048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ACTED_IN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3,137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114800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BELONGS_TO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3,144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526280"/>
            <a:ext cx="5486400" cy="384048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572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COLLABORATED_WITH 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3,059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✦ Free text columns used for Qdrant semantic embeddings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Live Demo — 3 Cypher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8640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143000"/>
            <a:ext cx="106984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1887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Which collaborations have the highest ROI?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581912"/>
            <a:ext cx="59436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18488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8090"/>
                </a:solidFill>
              </a:rPr>
              <a:t>MATCH (d:Director)-[r:COLLABORATED_WITH]-&gt;(a:Actor) WHERE r.movies &gt;= 2
MATCH (d)-[:DIRECTED]-&gt;(m:Movie)&lt;-[:ACTED_IN]-(a)
RETURN d.name, a.name, ROUND(AVG(m.roi),2) AS avg_roi
ORDER BY avg_roi DESC LIMIT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37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→ Ranks every director–actor pair by avg ROI across their shared films.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548640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926080"/>
            <a:ext cx="106984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718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Does collaboration actually improve ROI vs. working alone?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364992"/>
            <a:ext cx="59436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01568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8090"/>
                </a:solidFill>
              </a:rPr>
              <a:t>MATCH (d)-[:DIRECTED]-&gt;(m1)&lt;-[:ACTED_IN]-(a)
MATCH (d)-[:DIRECTED]-&gt;(m2) WHERE NOT (a)-[:ACTED_IN]-&gt;(m2)
RETURN d.name, a.name,
  ROUND(AVG(m1.roi),2) AS with_actor,
  ROUND(AVG(m2.roi),2) AS without_actor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5204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→ Compares the director's ROI WITH vs WITHOUT a specific actor.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09160"/>
            <a:ext cx="548640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709160"/>
            <a:ext cx="106984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Which networks generated the most total revenue?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148072"/>
            <a:ext cx="59436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184648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8090"/>
                </a:solidFill>
              </a:rPr>
              <a:t>MATCH (d:Director)-[r:COLLABORATED_WITH]-&gt;(a:Actor) WHERE r.movies &gt;= 2
MATCH (d)-[:DIRECTED]-&gt;(m:Movie)&lt;-[:ACTED_IN]-(a)
RETURN d.name, a.name, ROUND(SUM(m.revenue),2) AS total_revenue
ORDER BY total_revenue DESC LIMIT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303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→ Surfaces the highest-grossing collaboration networks overall.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</a:rPr>
              <a:t>Q1 — Top ROI Collaborations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00" cy="35661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Director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Avg ROI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92807"/>
            <a:ext cx="548640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385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Michel Hazanavicius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9385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Jean Dujardin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38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2C39A"/>
                </a:solidFill>
              </a:rPr>
              <a:t>22,325%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76856"/>
            <a:ext cx="5486400" cy="356616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22575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Steven Soderbergh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3225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Julia Roberts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32257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2C39A"/>
                </a:solidFill>
              </a:rPr>
              <a:t>6,365%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60904"/>
            <a:ext cx="548640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066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Peter Jackson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7066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Elijah Wood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066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2C39A"/>
                </a:solidFill>
              </a:rPr>
              <a:t>999%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44952"/>
            <a:ext cx="5486400" cy="356616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906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Robert Zemeckis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090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Tom Hanks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0906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2C39A"/>
                </a:solidFill>
              </a:rPr>
              <a:t>906%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</a:rPr>
              <a:t>Q3 — Highest Total Revenue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508760"/>
            <a:ext cx="5486400" cy="35661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Director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Total Revenue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892807"/>
            <a:ext cx="548640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9385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Russo Brothers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193852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Joe Russo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1938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2C39A"/>
                </a:solidFill>
              </a:rPr>
              <a:t>$5.57B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276856"/>
            <a:ext cx="5486400" cy="356616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32257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Christopher Nolan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3225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Christian Bale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232257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2C39A"/>
                </a:solidFill>
              </a:rPr>
              <a:t>$3.67B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2660904"/>
            <a:ext cx="5486400" cy="356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706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David Yates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27066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Daniel Radcliffe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2C39A"/>
                </a:solidFill>
              </a:rPr>
              <a:t>$3.22B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044952"/>
            <a:ext cx="5486400" cy="356616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090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Peter Jackson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090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Elijah Wood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3090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2C39A"/>
                </a:solidFill>
              </a:rPr>
              <a:t>$2.91B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429000"/>
            <a:ext cx="1124712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Q2 Key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38587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Michel Hazanavicius achieves 22,325% ROI WITH Jean Dujardin but only 382% WITHOUT — a +21,943% difference.
Steven Soderbergh achieves 6,365% ROI WITH Julia Roberts — dramatically higher than his avg without her.
Every top collaboration shows a significantly higher ROI WITH the actor than without — proving the pairing itself creates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Business Question + Decision-Maker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"A production company executive deciding which director–actor pair to
greenlight needs to know which collaboration networks historically deliver
the highest ROI and total revenue."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356616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Who decides?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3756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29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Production company executives, studio heads, film investors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834640"/>
            <a:ext cx="356616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context?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33756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29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Pre-production casting &amp; greenlight decisions with limited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834640"/>
            <a:ext cx="356616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question?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33756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4290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Which director–actor pair maximises ROI for a given genre and budget?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Why it matters today: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Studios spend $100M–$300M per film. Data-driven casting decisions reduce risk and improve returns.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Product Vision — Unstructured Text +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Text Field We Embed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28090"/>
                </a:solidFill>
              </a:rPr>
              <a:t>Movie.overview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Full plot summaries embedded using
sentence-transformers model.
Each movie becomes a dense vector
capturing its semantic content.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188720"/>
            <a:ext cx="3657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188720"/>
            <a:ext cx="36576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Streamlit 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8090"/>
                </a:solidFill>
              </a:rPr>
              <a:t>Similarity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488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User pastes a film concept or description.
System returns the 5 most similar movies
ranked by cosine similarity.
Matched themes are highlighted.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809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188720"/>
            <a:ext cx="28346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188720"/>
            <a:ext cx="283464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Journey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8090"/>
                </a:solidFill>
              </a:rPr>
              <a:t>Film Curator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1488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 film curator prepares an acquisition slate and sees adjacent films for pricing reference and positioning.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11247120" cy="1463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Concrete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0740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"A film curator pastes a concept — 'two strangers stranded in space, must trust each other to survive' — into the
Streamlit dashboard and instantly sees the 5 most similar films ranked by cosine similarity over Movie.overview,
with the matched themes highlighted. This helps price the acquisition and identify comparable box office benchmarks."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77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Note: This is a sketch — not an implementation commitment. Design will be refined in S5.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Gap Analysis +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Dataset selected, cleaned — 3,146 movies, 0 nulls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84832"/>
            <a:ext cx="5303520" cy="402336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ETL pipeline — DuckDB → CSV + Parquet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23744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Neo4j graph — 5,748 nodes, 12,486 relationships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5303520" cy="402336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266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3 Cypher queries answering the business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01568"/>
            <a:ext cx="53035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6557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Scale-up reasoning documented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188720"/>
            <a:ext cx="5486400" cy="411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⚠️  Still Missing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45920"/>
            <a:ext cx="5486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45920"/>
            <a:ext cx="502920" cy="4023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7099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709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scikit-learn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7099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Predict collaboration ROI for new pairings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084832"/>
            <a:ext cx="5486400" cy="402336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084832"/>
            <a:ext cx="502920" cy="4023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1488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Qdrant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48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Embed overview text for semantic film search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523744"/>
            <a:ext cx="5486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523744"/>
            <a:ext cx="502920" cy="4023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58775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58775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GDS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58775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Community detection on collaboration graph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962656"/>
            <a:ext cx="5486400" cy="402336"/>
          </a:xfrm>
          <a:prstGeom prst="rect">
            <a:avLst/>
          </a:prstGeom>
          <a:solidFill>
            <a:srgbClr val="F2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2962656"/>
            <a:ext cx="502920" cy="4023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0266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026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Streamlit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0266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Interactive dashboard for production companies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401568"/>
            <a:ext cx="5486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401568"/>
            <a:ext cx="502920" cy="4023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46557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46557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Docker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46557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Containerised reproducible pipeline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251960"/>
            <a:ext cx="1124712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315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Easter-Break Plan  ·  Risks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645152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Plan: Complete scikit-learn prediction model + Qdrant embedding pipeline during the Easter break.
Risk 1: Qdrant embedding quality depends on overview text coverage — 869K / 1M rows have overviews (87%).
Risk 2: GDS community detection may produce too many micro-clusters — will tune resolution parameter.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Repeated director–actor collaborations consistently
outperform one-off pairings in both ROI and revenue.
Production companies can use this data to make
evidence-based casting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TECHTATORS  ·  BD &amp; BI Capstone  ·  SRH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</a:rPr>
              <a:t>github.com/Techtators/BD-BI-Capstone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